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maintenance: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orders: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Site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orders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v2.0 | Synthetic Northstar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